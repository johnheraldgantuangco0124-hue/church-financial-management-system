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Identification Quiz: Application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by: Your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What is the process of designing, building, and testing software for computers, phones, and the web called?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 What programming languages are typically used for creating the Front-End (Client-Side) of a web application?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3. Which part of a web application handles data, logic, and security behind the scenes?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4. What is the main tool used for Web Client-Side Scripting to add interactivity and dynamically update content?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5. In the Client-Server Architecture, what device sends a request for information?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6. What term refers to a server storing and processing data when a user posts a new photo on Instagram?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7. What modern computing trend allows an app to be designed as a collection of independent services that communicate with each other?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8. What is the concept of using software to create multiple virtual computers on one physical machine called?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9. Which computing model allows developers to write code without managing servers, letting cloud providers run it for them?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10. In the context of Uber Eats, what term refers to the process that automatically sends a 'Your food is here!' push notification without needing a full-time server?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Application Development</a:t>
            </a:r>
          </a:p>
          <a:p>
            <a:r>
              <a:t>2. HTML, CSS, JavaScript</a:t>
            </a:r>
          </a:p>
          <a:p>
            <a:r>
              <a:t>3. Back-End (Server-Side)</a:t>
            </a:r>
          </a:p>
          <a:p>
            <a:r>
              <a:t>4. JavaScript</a:t>
            </a:r>
          </a:p>
          <a:p>
            <a:r>
              <a:t>5. Client (Device, e.g., Web Browser)</a:t>
            </a:r>
          </a:p>
          <a:p>
            <a:r>
              <a:t>6. Instagram Server (stores/ processes photo)</a:t>
            </a:r>
          </a:p>
          <a:p>
            <a:r>
              <a:t>7. Loose Coupling</a:t>
            </a:r>
          </a:p>
          <a:p>
            <a:r>
              <a:t>8. Virtualization</a:t>
            </a:r>
          </a:p>
          <a:p>
            <a:r>
              <a:t>9. Serverless Computing</a:t>
            </a:r>
          </a:p>
          <a:p>
            <a:r>
              <a:t>10. Serverless Function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