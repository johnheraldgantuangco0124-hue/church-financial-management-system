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Identification Quiz: PWA, Data Intelligence &amp; Emerging Tech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type of web applications provide an app-like experience directly in a browser using standard web technologies such as HTML, CSS, and JavaScript?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 Which framework is known for its efficient updates using a Virtual DOM and is used by applications like Twitter and Spotify?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What file defines the appearance, icons, splash screens, and installability of a Progressive Web Application (PWA)?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What technology enables robust offline caching and background sync for uninterrupted access in PWAs?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5. Which mobile computing technology is characterized by ultra-fast, low-latency connectivity for next-gen mobile applications?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What AI-powered technique is used for predictive modeling and forecasting based on large datasets?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 Which technology provides an immutable and transparent framework for data security through a decentralized ledger?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 What technology connects billions of devices, enabling smart environments and vast data collection, commonly used in IoT applications?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9. What combination of technologies enables secure, transparent AI model training with auditability and tamper-proof data records?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10. Which emerging technology is used in clinical trials to prevent manipulation and enhance data transparency through AI and blockchain integration?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Progressive Web Applications (PWAs)</a:t>
            </a:r>
          </a:p>
          <a:p>
            <a:r>
              <a:t>2. React (Facebook)</a:t>
            </a:r>
          </a:p>
          <a:p>
            <a:r>
              <a:t>3. Web App Manifest</a:t>
            </a:r>
          </a:p>
          <a:p>
            <a:r>
              <a:t>4. Service Workers</a:t>
            </a:r>
          </a:p>
          <a:p>
            <a:r>
              <a:t>5. 5G Networks</a:t>
            </a:r>
          </a:p>
          <a:p>
            <a:r>
              <a:t>6. AI-Powered Analytics (Predictive Modeling)</a:t>
            </a:r>
          </a:p>
          <a:p>
            <a:r>
              <a:t>7. Blockchain (Decentralized Ledger)</a:t>
            </a:r>
          </a:p>
          <a:p>
            <a:r>
              <a:t>8. IoT (Internet of Things)</a:t>
            </a:r>
          </a:p>
          <a:p>
            <a:r>
              <a:t>9. AI + Blockchain Integration</a:t>
            </a:r>
          </a:p>
          <a:p>
            <a:r>
              <a:t>10. AI-Blockchain Integration in Clinical Trials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