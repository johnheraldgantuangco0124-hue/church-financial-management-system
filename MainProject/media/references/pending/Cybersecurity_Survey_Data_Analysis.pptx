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506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521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2628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53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9698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400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586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233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610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4003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7470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019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2815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4995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866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9492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049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D885124-3704-42AB-A637-F1C96CA2BB72}" type="datetimeFigureOut">
              <a:rPr lang="en-PH" smtClean="0"/>
              <a:t>14/09/2025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PH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C9957D7-D849-4C96-A2B2-3F0AA28FAC2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77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E834-F4F9-75E2-2A38-7ADF6733AE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Cybersecurity Survey Data Analysis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60BFC-2267-C940-82CE-761AA3B2D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by: john herald </a:t>
            </a:r>
            <a:r>
              <a:rPr lang="en-US" dirty="0" err="1"/>
              <a:t>gantuangco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9387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75B7-E157-C327-DC68-C62049E4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Research questions/hypotheses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19B3A-62A7-A1DE-8632-7287E7D63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67" y="2263515"/>
            <a:ext cx="11017771" cy="4317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Research Question 1: Is there a significant relationship between Multi-Factor Authentication (MFA) and phishing success rates?</a:t>
            </a:r>
          </a:p>
          <a:p>
            <a:r>
              <a:rPr lang="en-US" dirty="0"/>
              <a:t>Null Hypothesis (H₀): There is no significant relationship between MFA and phishing success rates.</a:t>
            </a:r>
          </a:p>
          <a:p>
            <a:r>
              <a:rPr lang="en-US" dirty="0"/>
              <a:t>Alternative Hypothesis (H₁): There is a significant relationship between MFA and phishing success rates.</a:t>
            </a:r>
          </a:p>
          <a:p>
            <a:pPr marL="0" indent="0">
              <a:buNone/>
            </a:pPr>
            <a:r>
              <a:rPr lang="en-US" dirty="0"/>
              <a:t>Research Question 2: Do users who employ a password manager have significantly longer passwords than those who do not?</a:t>
            </a:r>
          </a:p>
          <a:p>
            <a:r>
              <a:rPr lang="en-US" dirty="0"/>
              <a:t>Null Hypothesis (H₀): There is no significant difference in password length between users who use a password manager and those who do not.</a:t>
            </a:r>
          </a:p>
          <a:p>
            <a:r>
              <a:rPr lang="en-US" dirty="0"/>
              <a:t>Alternative Hypothesis (H₁): Users who use a password manager have significantly longer passwords than those who do not.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1602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30D6-3C2C-2D0E-7D6F-18FF9EAD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Descriptive stats results.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59E3A1-53B7-8F1E-688F-E669676D9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3457"/>
            <a:ext cx="6986341" cy="133700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300BD9-8B13-F61D-D4C0-A830484E3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49" y="3975446"/>
            <a:ext cx="6024411" cy="2621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1153E-2127-BC9B-C714-9B42D9CB1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999" y="3867463"/>
            <a:ext cx="4906573" cy="27940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D81ADF-7FB0-F08C-B475-7D848D1CD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026" y="2510968"/>
            <a:ext cx="6201604" cy="102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1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132C-72DD-3520-E09D-C6F9DA8D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Inferential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B3347-5576-5E68-D81D-0C63EDE96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94" y="2653259"/>
            <a:ext cx="7992332" cy="20746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6C23F-584B-B624-712B-26D9DAE3C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94" y="5486498"/>
            <a:ext cx="10539108" cy="7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1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71DF-4271-773C-A8C6-7574A58C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0DB2E1-273A-21BF-EC29-9205F28D1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39" y="2288705"/>
            <a:ext cx="5519921" cy="4287967"/>
          </a:xfrm>
        </p:spPr>
      </p:pic>
    </p:spTree>
    <p:extLst>
      <p:ext uri="{BB962C8B-B14F-4D97-AF65-F5344CB8AC3E}">
        <p14:creationId xmlns:p14="http://schemas.microsoft.com/office/powerpoint/2010/main" val="318763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146</TotalTime>
  <Words>148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Cybersecurity Survey Data Analysis</vt:lpstr>
      <vt:lpstr>Research questions/hypotheses</vt:lpstr>
      <vt:lpstr>Descriptive stats results.</vt:lpstr>
      <vt:lpstr>Inferential test results</vt:lpstr>
      <vt:lpstr>Visualizations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Herald Gantuangco</dc:creator>
  <cp:lastModifiedBy>John Herald Gantuangco</cp:lastModifiedBy>
  <cp:revision>6</cp:revision>
  <dcterms:created xsi:type="dcterms:W3CDTF">2025-09-14T02:12:08Z</dcterms:created>
  <dcterms:modified xsi:type="dcterms:W3CDTF">2025-09-14T04:39:02Z</dcterms:modified>
</cp:coreProperties>
</file>